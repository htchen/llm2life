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8" r:id="rId29"/>
    <p:sldId id="258" r:id="rId4"/>
    <p:sldId id="259" r:id="rId5"/>
    <p:sldId id="260" r:id="rId6"/>
    <p:sldId id="261" r:id="rId7"/>
    <p:sldId id="276" r:id="rId27"/>
    <p:sldId id="277" r:id="rId28"/>
    <p:sldId id="262" r:id="rId8"/>
    <p:sldId id="263" r:id="rId9"/>
    <p:sldId id="264" r:id="rId10"/>
    <p:sldId id="265" r:id="rId11"/>
    <p:sldId id="279" r:id="rId30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AI 和 GitHub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高中教師（種子教師）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帳號和免費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分鐘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含休息，可縮短為 180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免費版主線、付費版與共用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共同練習：探究提問卡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variant-free/instructor/timeline.md。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完整存檔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現場示範問、貼、存、開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三個名詞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帳號 + 存檔練習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探究提問卡：描述、更新、上傳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兩類工作、AI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完成核心流程並上傳 GitHub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更新版本並重新驗證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資料夾與版本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版本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頁（免費版 77 頁）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隨堂網站與課前準備網頁原始檔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兩版共用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 · 主線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課堂主線。slides/workbook/site/instructor 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免費帳號即可，不必訂閱、不必安裝。學員自行把回覆存成檔案，總長 195 分鐘。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根目錄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相同的開放式專題架構與成果。適用於主辦方統一付費或學員已有 Pro 以上方案的場次。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學員只需要免費帳號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與 GitHub 免費方案即可，不必訂閱、不必安裝。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學員要自己把回覆存成檔案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所以每個提示詞結尾都要寫「請給我完整程式碼」。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否則課程前段可能需要處理帳號與登入問題。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先改該版本的 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同一版本的 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各自回到自己原本的網址，兩個網址不互換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改完任一版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另一版通常要跟著改，但提示詞不必逐字一致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補充段落：四個觀點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觀點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被記錄下來的文明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模型強的地方，是人類記錄得最密的地方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程式可以自主閉環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產生、執行、讀結果、修正，不需要人介入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物理世界會斷環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執行與觀察只能由人接上，回饋因此變慢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造成差異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只有你有的經驗與取捨，決定它能做到多準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51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能自主驗證的事，會愈來愈快；不能自主驗證的事，仍然靠人。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補充段落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對象與兩個回收路徑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回收路徑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回校開給其他老師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講師文件是交付物的一部分，不是後台資料。教材以 CC BY 4.0 授權，可改編與再散布。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回收路徑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做出輔助教學的工具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個人專題的題材就是高中教材製作與課堂輔助，不是一般的生活小工具。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學生不需要任何帳號：老師做出來的是一個網頁，學生只是打開來使用。這繞開了未成年帳號與家長同意的問題。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六步流程就是探究歷程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今天的六步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學生的探究歷程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觀察現象，提出可探究的問題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定義目標與驗收條件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把問題縮成可檢驗的預測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設計步驟與方法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蒐集資料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對照證據，判斷成立與否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決定下一步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推論、表達，並規劃下一輪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