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27"/>
    <p:sldId id="277" r:id="rId2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Claude Code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沒有程式背景的一般人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小時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含休息，單場完成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講師、學員與免費變體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共同練習：記帳小工具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現場三分鐘做出一個東西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觀念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 + 建 repo + 確認可以上傳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記帳小工具：描述、修改、驗證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需求釐清、AI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個可驗收步驟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完成核心流程並保存版本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增加一項功能、驗證並發布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問題、成果、驗證方式與下一步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六個資料夾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給誰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頁，含備忘稿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選配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免費變體的完整教材，自成一套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內建 Claude Code，不用裝 Node.js、不碰指令列，還有視覺化的 diff。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variant-free/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相同的開放式專題架構。適用於沒有付費方案、場地限制安裝軟體或沒有工具預算的場次。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需要付費方案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/ Max / Team / Enterprise。免費帳號無法使用。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主要路線是桌面版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不是終端機。瀏覽器版是無法安裝時的備用路線。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否則課程前段可能需要處理安裝與帳號問題。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 instructor/timeline.md，再往下同步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重新發布到原本那個網址，不要產生新的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改完付費版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variant-free/ 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補充段落：四個觀點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觀點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被記錄下來的文明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模型強的地方，是人類記錄得最密的地方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程式可以自主閉環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產生、執行、讀結果、修正，不需要人介入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物理世界會斷環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執行與觀察只能由人接上，回饋因此變慢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造成差異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只有你有的經驗與取捨，決定它能做到多準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51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能自主驗證的事，會愈來愈快；不能自主驗證的事，仍然靠人。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補充段落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